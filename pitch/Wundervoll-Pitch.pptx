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737360"/>
            <a:ext cx="487680" cy="8229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760" y="1737360"/>
            <a:ext cx="487680" cy="82296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15440" y="1737360"/>
            <a:ext cx="487680" cy="8229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5B6678"/>
                </a:solidFill>
                <a:latin typeface="Arial"/>
              </a:rPr>
              <a:t>WUNDER</a:t>
            </a:r>
            <a:r>
              <a:rPr sz="5400" b="1">
                <a:solidFill>
                  <a:srgbClr val="CC0000"/>
                </a:solidFill>
                <a:latin typeface="Arial"/>
              </a:rPr>
              <a:t>VO</a:t>
            </a:r>
            <a:r>
              <a:rPr sz="5400" b="1">
                <a:solidFill>
                  <a:srgbClr val="C9A84C"/>
                </a:solidFill>
                <a:latin typeface="Arial"/>
              </a:rPr>
              <a:t>LL</a:t>
            </a:r>
            <a:r>
              <a:rPr sz="4800" b="1">
                <a:solidFill>
                  <a:srgbClr val="FFFFFF"/>
                </a:solidFill>
                <a:latin typeface="Arial"/>
              </a:rPr>
              <a:t>  🇩🇪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C9A84C"/>
                </a:solidFill>
                <a:latin typeface="Arial"/>
              </a:rPr>
              <a:t>German, made wonderful.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8686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E2E8F0"/>
                </a:solidFill>
                <a:latin typeface="Arial"/>
              </a:rPr>
              <a:t>The language app that actually teaches you to </a:t>
            </a:r>
            <a:r>
              <a:rPr sz="1900" b="1">
                <a:solidFill>
                  <a:srgbClr val="C9A84C"/>
                </a:solidFill>
                <a:latin typeface="Arial"/>
              </a:rPr>
              <a:t>speak</a:t>
            </a:r>
            <a:r>
              <a:rPr sz="1900" b="0">
                <a:solidFill>
                  <a:srgbClr val="E2E8F0"/>
                </a:solidFill>
                <a:latin typeface="Arial"/>
              </a:rPr>
              <a:t> — not just tap colourful circles.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A9AB0"/>
                </a:solidFill>
                <a:latin typeface="Arial"/>
              </a:rPr>
              <a:t>A premium mobile language-learning app · Expo / React Native · iOS · Android ·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Millions are “learning” a language —
with nothing to show for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Gamified apps optimise for </a:t>
            </a:r>
            <a:r>
              <a:rPr sz="1700" b="1">
                <a:solidFill>
                  <a:srgbClr val="C9A84C"/>
                </a:solidFill>
                <a:latin typeface="Arial"/>
              </a:rPr>
              <a:t>streaks and addiction</a:t>
            </a:r>
            <a:r>
              <a:rPr sz="1700" b="0">
                <a:solidFill>
                  <a:srgbClr val="E2E8F0"/>
                </a:solidFill>
                <a:latin typeface="Arial"/>
              </a:rPr>
              <a:t>, not fluency. 1,000-day streaks, still can’t order a coffee.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Endless tapping of colourful bubbles ≠ real conversation skills.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Grammar is taught like a textbook — dry, abstract, forgettable.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Learners quit because they never feel the payoff of </a:t>
            </a:r>
            <a:r>
              <a:rPr sz="1700" b="1">
                <a:solidFill>
                  <a:srgbClr val="C9A84C"/>
                </a:solidFill>
                <a:latin typeface="Arial"/>
              </a:rPr>
              <a:t>actually speaking</a:t>
            </a:r>
            <a:r>
              <a:rPr sz="1700" b="0">
                <a:solidFill>
                  <a:srgbClr val="E2E8F0"/>
                </a:solidFill>
                <a:latin typeface="Ari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A9AB0"/>
                </a:solidFill>
                <a:latin typeface="Arial"/>
              </a:rPr>
              <a:t>The result: high engagement metrics, low real-world competence.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AB0"/>
                </a:solidFill>
                <a:latin typeface="Arial"/>
              </a:rPr>
              <a:t>WUNDERVOLL · German, made wonderful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A German app built around speaking from day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1">
                <a:solidFill>
                  <a:srgbClr val="C9A84C"/>
                </a:solidFill>
                <a:latin typeface="Arial"/>
              </a:rPr>
              <a:t>Real sentences. Real conversations. Real progress.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Every lesson built around phrases you’ll use immediately.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Grammar explained like a human, not a textbook.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Science-backed: flashcards, spaced repetition, quizzes &amp; mnemonics in one smooth flow.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A love letter to the language itself — its beauty, its untranslatable words, its soul.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AB0"/>
                </a:solidFill>
                <a:latin typeface="Arial"/>
              </a:rPr>
              <a:t>WUNDERVOLL · German, made wonderful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Six features, one wonderful 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611880" cy="16916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79"/>
            <a:ext cx="3154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📚  53 Structured Lessons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8A9AB0"/>
                </a:solidFill>
                <a:latin typeface="Arial"/>
              </a:rPr>
              <a:t>A1 → A2 curriculum mapped to CEFR: grammar, listening, vocab &amp; dialogue.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74519"/>
            <a:ext cx="3611880" cy="16916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011679"/>
            <a:ext cx="3154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🤖  AI Conversation Partner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8A9AB0"/>
                </a:solidFill>
                <a:latin typeface="Arial"/>
              </a:rPr>
              <a:t>Chat by voice or text; real-time grammar corrections with friendly explanations.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874519"/>
            <a:ext cx="3611880" cy="16916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2011679"/>
            <a:ext cx="3154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🎯  Placement Test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8A9AB0"/>
                </a:solidFill>
                <a:latin typeface="Arial"/>
              </a:rPr>
              <a:t>A 20-question quiz instantly places learners at A1–C1.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79"/>
            <a:ext cx="3611880" cy="16916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77639"/>
            <a:ext cx="3154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🏆  Quiz &amp; XP System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8A9AB0"/>
                </a:solidFill>
                <a:latin typeface="Arial"/>
              </a:rPr>
              <a:t>Earn XP, level up from Anfänger to Meister, build daily streaks.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840479"/>
            <a:ext cx="3611880" cy="16916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977639"/>
            <a:ext cx="3154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✨  Wort des Tages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8A9AB0"/>
                </a:solidFill>
                <a:latin typeface="Arial"/>
              </a:rPr>
              <a:t>The beautiful, untranslatable words that make German special.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840479"/>
            <a:ext cx="3611880" cy="16916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977639"/>
            <a:ext cx="3154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🎧  Native Audio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8A9AB0"/>
                </a:solidFill>
                <a:latin typeface="Arial"/>
              </a:rPr>
              <a:t>Professionally generated pronunciation for every lesson.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AB0"/>
                </a:solidFill>
                <a:latin typeface="Arial"/>
              </a:rPr>
              <a:t>WUNDERVOLL · German, made wonderful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HERO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Practise speaking with zero fear of judgement.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6400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Speak or type on real topics: Kennenlernen, Im Café, Reisen, Arbeit, Familie, Wetter.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The AI replies naturally, then gently corrects your mistakes.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Voice mode with live transcription — or text mode. Your choice.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The practice partner most learners never find: patient, 24/7, encouraging.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011680"/>
            <a:ext cx="4114800" cy="310896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1945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9A84C"/>
                </a:solidFill>
                <a:latin typeface="Arial"/>
              </a:rPr>
              <a:t>HOW A CORRECTION 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651760"/>
            <a:ext cx="3566160" cy="502920"/>
          </a:xfrm>
          <a:prstGeom prst="roundRect">
            <a:avLst/>
          </a:prstGeom>
          <a:solidFill>
            <a:srgbClr val="0F1628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7432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C0000"/>
                </a:solidFill>
                <a:latin typeface="Arial"/>
              </a:rPr>
              <a:t>You: “Ich habe gegangen.”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3291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611880"/>
            <a:ext cx="3566160" cy="502920"/>
          </a:xfrm>
          <a:prstGeom prst="roundRect">
            <a:avLst/>
          </a:prstGeom>
          <a:solidFill>
            <a:srgbClr val="0F1628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37033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9A84C"/>
                </a:solidFill>
                <a:latin typeface="Arial"/>
              </a:rPr>
              <a:t>Corrected: “Ich bin gegangen.”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25196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9A84C"/>
                </a:solidFill>
                <a:latin typeface="Arial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572000"/>
            <a:ext cx="3566160" cy="502920"/>
          </a:xfrm>
          <a:prstGeom prst="roundRect">
            <a:avLst/>
          </a:prstGeom>
          <a:solidFill>
            <a:srgbClr val="0F1628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6634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2E8F0"/>
                </a:solidFill>
                <a:latin typeface="Arial"/>
              </a:rPr>
              <a:t>Why: movement verbs take sein, not haben.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AB0"/>
                </a:solidFill>
                <a:latin typeface="Arial"/>
              </a:rPr>
              <a:t>WUNDERVOLL · German, made wonderful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PEDAGOGY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A real curriculum — not a game.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Lessons progress through pronunciation, grammar, vocabulary, listening &amp; speaking.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1">
                <a:solidFill>
                  <a:srgbClr val="C9A84C"/>
                </a:solidFill>
                <a:latin typeface="Arial"/>
              </a:rPr>
              <a:t>Example — A1.0 “Aussprache, Das Fundament”: </a:t>
            </a:r>
            <a:r>
              <a:rPr sz="1700" b="0">
                <a:solidFill>
                  <a:srgbClr val="E2E8F0"/>
                </a:solidFill>
                <a:latin typeface="Arial"/>
              </a:rPr>
              <a:t>the 6 critical sounds that separate German from English.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Clear learning objectives per lesson; XP rewarded on completion.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Built to take a true beginner to confident A2 — and beyond.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4754880" cy="50292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CEFR-aligned · A1 → A2 → B1/B2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AB0"/>
                </a:solidFill>
                <a:latin typeface="Arial"/>
              </a:rPr>
              <a:t>WUNDERVOLL · German, made wonderful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THE EMOTIONAL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Fall in love with the language.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6035040" cy="91440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75688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C9A84C"/>
                </a:solidFill>
                <a:latin typeface="Arial"/>
              </a:rPr>
              <a:t>Fernweh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Arial"/>
              </a:rPr>
              <a:t>A deep, aching longing to travel to distant places.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6035040" cy="91440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72968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C9A84C"/>
                </a:solidFill>
                <a:latin typeface="Arial"/>
              </a:rPr>
              <a:t>Weltschmerz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Arial"/>
              </a:rPr>
              <a:t>The pain of the world falling short of how it should be.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60520"/>
            <a:ext cx="6035040" cy="91440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70248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C9A84C"/>
                </a:solidFill>
                <a:latin typeface="Arial"/>
              </a:rPr>
              <a:t>Zweisamkeit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2E8F0"/>
                </a:solidFill>
                <a:latin typeface="Arial"/>
              </a:rPr>
              <a:t>The warm intimacy of being together with just one other person.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EVERY WORD INCLUDES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423160"/>
            <a:ext cx="45720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C9A84C"/>
                </a:solidFill>
                <a:latin typeface="Arial"/>
              </a:rPr>
              <a:t>•  </a:t>
            </a:r>
            <a:r>
              <a:rPr sz="1500" b="0">
                <a:solidFill>
                  <a:srgbClr val="E2E8F0"/>
                </a:solidFill>
                <a:latin typeface="Arial"/>
              </a:rPr>
              <a:t>Pronunciation guide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C9A84C"/>
                </a:solidFill>
                <a:latin typeface="Arial"/>
              </a:rPr>
              <a:t>•  </a:t>
            </a:r>
            <a:r>
              <a:rPr sz="1500" b="0">
                <a:solidFill>
                  <a:srgbClr val="E2E8F0"/>
                </a:solidFill>
                <a:latin typeface="Arial"/>
              </a:rPr>
              <a:t>Literal part-by-part breakdown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C9A84C"/>
                </a:solidFill>
                <a:latin typeface="Arial"/>
              </a:rPr>
              <a:t>•  </a:t>
            </a:r>
            <a:r>
              <a:rPr sz="1500" b="0">
                <a:solidFill>
                  <a:srgbClr val="E2E8F0"/>
                </a:solidFill>
                <a:latin typeface="Arial"/>
              </a:rPr>
              <a:t>Rich meaning &amp; example sentence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C9A84C"/>
                </a:solidFill>
                <a:latin typeface="Arial"/>
              </a:rPr>
              <a:t>•  </a:t>
            </a:r>
            <a:r>
              <a:rPr sz="1500" b="0">
                <a:solidFill>
                  <a:srgbClr val="E2E8F0"/>
                </a:solidFill>
                <a:latin typeface="Arial"/>
              </a:rPr>
              <a:t>Why it’s beautiful — fully shareable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7548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A9AB0"/>
                </a:solidFill>
                <a:latin typeface="Arial"/>
              </a:rPr>
              <a:t>Turns a study tool into something people love — and share.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AB0"/>
                </a:solidFill>
                <a:latin typeface="Arial"/>
              </a:rPr>
              <a:t>WUNDERVOLL · German, made wonderful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Gamification done right.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E2E8F0"/>
                </a:solidFill>
                <a:latin typeface="Arial"/>
              </a:rPr>
              <a:t>XP system with six levels of mastery: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1344168" cy="50292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06040"/>
            <a:ext cx="11612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Anfänger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514600"/>
            <a:ext cx="1554480" cy="50292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8568" y="26060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Einsteiger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67912" y="2514600"/>
            <a:ext cx="1449324" cy="50292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2606040"/>
            <a:ext cx="12664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Lernender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1828" y="2514600"/>
            <a:ext cx="2290572" cy="50292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1556" y="2606040"/>
            <a:ext cx="21076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Fortgeschrittener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2514600"/>
            <a:ext cx="1239012" cy="50292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606040"/>
            <a:ext cx="10561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Experte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40596" y="2514600"/>
            <a:ext cx="1239012" cy="50292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0324" y="2606040"/>
            <a:ext cx="10561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Meister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Daily streaks build the habit · progress tracking across lessons &amp; skills.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Quizzes reinforce memory through active recall &amp; spaced repetition.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1">
                <a:solidFill>
                  <a:srgbClr val="C9A84C"/>
                </a:solidFill>
                <a:latin typeface="Arial"/>
              </a:rPr>
              <a:t>The difference: </a:t>
            </a:r>
            <a:r>
              <a:rPr sz="1700" b="0">
                <a:solidFill>
                  <a:srgbClr val="E2E8F0"/>
                </a:solidFill>
                <a:latin typeface="Arial"/>
              </a:rPr>
              <a:t>every engagement mechanic is tied to genuine competence.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AB0"/>
                </a:solidFill>
                <a:latin typeface="Arial"/>
              </a:rPr>
              <a:t>WUNDERVOLL · German, made wonderful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Personalised from the first tap.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737360" cy="118872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737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Arial"/>
              </a:rPr>
              <a:t>✈️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Travel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7168" y="1920240"/>
            <a:ext cx="1737360" cy="118872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103120"/>
            <a:ext cx="1737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Arial"/>
              </a:rPr>
              <a:t>💼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920240"/>
            <a:ext cx="1737360" cy="118872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4256" y="2103120"/>
            <a:ext cx="1737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Arial"/>
              </a:rPr>
              <a:t>👨‍👩‍👧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Family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920240"/>
            <a:ext cx="1737360" cy="118872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1344" y="2103120"/>
            <a:ext cx="1737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Arial"/>
              </a:rPr>
              <a:t>🎭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Culture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920240"/>
            <a:ext cx="1737360" cy="118872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2" y="2103120"/>
            <a:ext cx="1737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Arial"/>
              </a:rPr>
              <a:t>❤️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Love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1920240"/>
            <a:ext cx="1737360" cy="118872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2103120"/>
            <a:ext cx="1737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Arial"/>
              </a:rPr>
              <a:t>🧠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Pick your goal · set your level honestly — we start exactly where you are.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Optional placement test fine-tunes the path.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The experience adapts to </a:t>
            </a:r>
            <a:r>
              <a:rPr sz="1700" b="1">
                <a:solidFill>
                  <a:srgbClr val="C9A84C"/>
                </a:solidFill>
                <a:latin typeface="Arial"/>
              </a:rPr>
              <a:t>why</a:t>
            </a:r>
            <a:r>
              <a:rPr sz="1700" b="0">
                <a:solidFill>
                  <a:srgbClr val="E2E8F0"/>
                </a:solidFill>
                <a:latin typeface="Arial"/>
              </a:rPr>
              <a:t> you’re learning — boosting day-1 retention.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AB0"/>
                </a:solidFill>
                <a:latin typeface="Arial"/>
              </a:rPr>
              <a:t>WUNDERVOLL · German, made wonderful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Built to scale — modern, cross-platform, lean.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1">
                <a:solidFill>
                  <a:srgbClr val="C9A84C"/>
                </a:solidFill>
                <a:latin typeface="Arial"/>
              </a:rPr>
              <a:t>Expo / React Native</a:t>
            </a:r>
            <a:r>
              <a:rPr sz="1700" b="0">
                <a:solidFill>
                  <a:srgbClr val="E2E8F0"/>
                </a:solidFill>
                <a:latin typeface="Arial"/>
              </a:rPr>
              <a:t> — one codebase shipping to iOS, Android &amp; Web.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1">
                <a:solidFill>
                  <a:srgbClr val="C9A84C"/>
                </a:solidFill>
                <a:latin typeface="Arial"/>
              </a:rPr>
              <a:t>Supabase</a:t>
            </a:r>
            <a:r>
              <a:rPr sz="1700" b="0">
                <a:solidFill>
                  <a:srgbClr val="E2E8F0"/>
                </a:solidFill>
                <a:latin typeface="Arial"/>
              </a:rPr>
              <a:t> backend for lesson content and data.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1">
                <a:solidFill>
                  <a:srgbClr val="C9A84C"/>
                </a:solidFill>
                <a:latin typeface="Arial"/>
              </a:rPr>
              <a:t>Dedicated AI backend service</a:t>
            </a:r>
            <a:r>
              <a:rPr sz="1700" b="0">
                <a:solidFill>
                  <a:srgbClr val="E2E8F0"/>
                </a:solidFill>
                <a:latin typeface="Arial"/>
              </a:rPr>
              <a:t> powering live conversation &amp; corrections.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Premium, distinctive design language: deep navy, gold, German-flag accents.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Fast to iterate, cheap to scale, ready for the app stores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AB0"/>
                </a:solidFill>
                <a:latin typeface="Arial"/>
              </a:rPr>
              <a:t>WUNDERVOLL · German, made wonderful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A massive, proven, growing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74720" cy="155448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C9A84C"/>
                </a:solidFill>
                <a:latin typeface="Arial"/>
              </a:rPr>
              <a:t>$10B+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8A9AB0"/>
                </a:solidFill>
                <a:latin typeface="Arial"/>
              </a:rPr>
              <a:t>Language-app market,
growing double digits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011680"/>
            <a:ext cx="3474720" cy="155448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194560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C9A84C"/>
                </a:solidFill>
                <a:latin typeface="Arial"/>
              </a:rPr>
              <a:t>Top 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8A9AB0"/>
                </a:solidFill>
                <a:latin typeface="Arial"/>
              </a:rPr>
              <a:t>Most-studied languages
worldwide: German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474720" cy="155448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194560"/>
            <a:ext cx="3017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C9A84C"/>
                </a:solidFill>
                <a:latin typeface="Arial"/>
              </a:rPr>
              <a:t>DACH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8A9AB0"/>
                </a:solidFill>
                <a:latin typeface="Arial"/>
              </a:rPr>
              <a:t>Work, study &amp;
migration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Duolingo proved consumers pay at scale — but left a gap for learners who want </a:t>
            </a:r>
            <a:r>
              <a:rPr sz="1700" b="1">
                <a:solidFill>
                  <a:srgbClr val="C9A84C"/>
                </a:solidFill>
                <a:latin typeface="Arial"/>
              </a:rPr>
              <a:t>real fluency</a:t>
            </a:r>
            <a:r>
              <a:rPr sz="1700" b="0">
                <a:solidFill>
                  <a:srgbClr val="E2E8F0"/>
                </a:solidFill>
                <a:latin typeface="Arial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Wundervoll targets serious learners: travellers, professionals, students &amp; expats.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AB0"/>
                </a:solidFill>
                <a:latin typeface="Arial"/>
              </a:rPr>
              <a:t>WUNDERVOLL · German, made wonderful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Freemium subscription, premium positioning.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120640" cy="23774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1E2D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9A84C"/>
                </a:solidFill>
                <a:latin typeface="Arial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46634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C9A84C"/>
                </a:solidFill>
                <a:latin typeface="Arial"/>
              </a:rPr>
              <a:t>•  </a:t>
            </a:r>
            <a:r>
              <a:rPr sz="1500" b="0">
                <a:solidFill>
                  <a:srgbClr val="E2E8F0"/>
                </a:solidFill>
                <a:latin typeface="Arial"/>
              </a:rPr>
              <a:t>Core lessons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C9A84C"/>
                </a:solidFill>
                <a:latin typeface="Arial"/>
              </a:rPr>
              <a:t>•  </a:t>
            </a:r>
            <a:r>
              <a:rPr sz="1500" b="0">
                <a:solidFill>
                  <a:srgbClr val="E2E8F0"/>
                </a:solidFill>
                <a:latin typeface="Arial"/>
              </a:rPr>
              <a:t>Word of the Day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C9A84C"/>
                </a:solidFill>
                <a:latin typeface="Arial"/>
              </a:rPr>
              <a:t>•  </a:t>
            </a:r>
            <a:r>
              <a:rPr sz="1500" b="0">
                <a:solidFill>
                  <a:srgbClr val="E2E8F0"/>
                </a:solidFill>
                <a:latin typeface="Arial"/>
              </a:rPr>
              <a:t>Hook learners 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011680"/>
            <a:ext cx="5486400" cy="2377440"/>
          </a:xfrm>
          <a:prstGeom prst="roundRect">
            <a:avLst/>
          </a:prstGeom>
          <a:solidFill>
            <a:srgbClr val="0A1020"/>
          </a:solidFill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1488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9A84C"/>
                </a:solidFill>
                <a:latin typeface="Arial"/>
              </a:rPr>
              <a:t>WUNDERVOLL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606040"/>
            <a:ext cx="49377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C9A84C"/>
                </a:solidFill>
                <a:latin typeface="Arial"/>
              </a:rPr>
              <a:t>•  </a:t>
            </a:r>
            <a:r>
              <a:rPr sz="1500" b="0">
                <a:solidFill>
                  <a:srgbClr val="E2E8F0"/>
                </a:solidFill>
                <a:latin typeface="Arial"/>
              </a:rPr>
              <a:t>Unlimited AI conversation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C9A84C"/>
                </a:solidFill>
                <a:latin typeface="Arial"/>
              </a:rPr>
              <a:t>•  </a:t>
            </a:r>
            <a:r>
              <a:rPr sz="1500" b="0">
                <a:solidFill>
                  <a:srgbClr val="E2E8F0"/>
                </a:solidFill>
                <a:latin typeface="Arial"/>
              </a:rPr>
              <a:t>Full curriculum &amp; advanced corrections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C9A84C"/>
                </a:solidFill>
                <a:latin typeface="Arial"/>
              </a:rPr>
              <a:t>•  </a:t>
            </a:r>
            <a:r>
              <a:rPr sz="1500" b="0">
                <a:solidFill>
                  <a:srgbClr val="E2E8F0"/>
                </a:solidFill>
                <a:latin typeface="Arial"/>
              </a:rPr>
              <a:t>Offline audio · monthly &amp; annual plans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A9AB0"/>
                </a:solidFill>
                <a:latin typeface="Arial"/>
              </a:rPr>
              <a:t>Premium brand = premium price vs. mass-market rivals. Future: B2B (schools, corporate relocation, universities) and more languages on the same engine.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AB0"/>
                </a:solidFill>
                <a:latin typeface="Arial"/>
              </a:rPr>
              <a:t>WUNDERVOLL · German, made wonderful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487680" cy="82296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27760" y="502920"/>
            <a:ext cx="487680" cy="82296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15440" y="502920"/>
            <a:ext cx="487680" cy="8229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9A84C"/>
                </a:solidFill>
                <a:latin typeface="Arial"/>
              </a:rPr>
              <a:t>VISION &amp; 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From app to the way the world learns German.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Become the destination for people who don’t just want a streak — they want to truly speak.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Near-term: extend the curriculum to B1/B2, expand AI topics, launch Premium.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0">
                <a:solidFill>
                  <a:srgbClr val="E2E8F0"/>
                </a:solidFill>
                <a:latin typeface="Arial"/>
              </a:rPr>
              <a:t>The engine is language-agnostic — </a:t>
            </a:r>
            <a:r>
              <a:rPr sz="1700" b="1">
                <a:solidFill>
                  <a:srgbClr val="C9A84C"/>
                </a:solidFill>
                <a:latin typeface="Arial"/>
              </a:rPr>
              <a:t>German today, the world tomorrow.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C9A84C"/>
                </a:solidFill>
                <a:latin typeface="Arial"/>
              </a:rPr>
              <a:t>•  </a:t>
            </a:r>
            <a:r>
              <a:rPr sz="1700" b="1">
                <a:solidFill>
                  <a:srgbClr val="C9A84C"/>
                </a:solidFill>
                <a:latin typeface="Arial"/>
              </a:rPr>
              <a:t>The ask: </a:t>
            </a:r>
            <a:r>
              <a:rPr sz="1700" b="0">
                <a:solidFill>
                  <a:srgbClr val="E2E8F0"/>
                </a:solidFill>
                <a:latin typeface="Arial"/>
              </a:rPr>
              <a:t>partnership &amp; investment to scale content, AI and growth.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C9A84C"/>
                </a:solidFill>
                <a:latin typeface="Arial"/>
              </a:rPr>
              <a:t>Sprichst du schon Deutsch? Let’s make it wundervoll. 🇩🇪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A9AB0"/>
                </a:solidFill>
                <a:latin typeface="Arial"/>
              </a:rPr>
              <a:t>WUNDERVOLL · German, made wonderful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